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4944" y="960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execution layer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user-owned agents.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731520" y="340156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intelligence · encrypted memory · delegated authority · stablecoin settlement</a:t>
            </a:r>
            <a:endParaRPr lang="en-US" sz="1350" dirty="0"/>
          </a:p>
        </p:txBody>
      </p:sp>
      <p:pic>
        <p:nvPicPr>
          <p:cNvPr id="9" name="Image 0" descr="android/dapp-store/assets/screenshots/02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005840"/>
            <a:ext cx="1965960" cy="4374261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30768" y="978408"/>
            <a:ext cx="2020824" cy="4429125"/>
          </a:xfrm>
          <a:prstGeom prst="roundRect">
            <a:avLst>
              <a:gd name="adj" fmla="val 3620"/>
            </a:avLst>
          </a:prstGeom>
          <a:solidFill>
            <a:srgbClr val="000000">
              <a:alpha val="0"/>
            </a:srgbClr>
          </a:solidFill>
          <a:ln w="13970">
            <a:solidFill>
              <a:srgbClr val="29374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0584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 are becoming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economic actors.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question moves from “what can they say?” to “what can they safely do?”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4069080"/>
            <a:ext cx="1188720" cy="118872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18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56285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4663440"/>
            <a:ext cx="1371600" cy="0"/>
          </a:xfrm>
          <a:prstGeom prst="line">
            <a:avLst/>
          </a:prstGeom>
          <a:noFill/>
          <a:ln w="2286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4069080"/>
            <a:ext cx="1188720" cy="118872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8CF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456285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4663440"/>
            <a:ext cx="1371600" cy="0"/>
          </a:xfrm>
          <a:prstGeom prst="line">
            <a:avLst/>
          </a:prstGeom>
          <a:noFill/>
          <a:ln w="2286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0" y="4069080"/>
            <a:ext cx="1188720" cy="118872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A98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456285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0058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There is no trusted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layer.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memory, permissions, and money are still stitched together app by app.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1298448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923"/>
          </a:solidFill>
          <a:ln w="15240">
            <a:solidFill>
              <a:srgbClr val="FF667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5087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0" y="192024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siloed account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543800" y="2606040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923"/>
          </a:solidFill>
          <a:ln w="15240">
            <a:solidFill>
              <a:srgbClr val="FFB45E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8163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3227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by provider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903720" y="3913632"/>
            <a:ext cx="3337560" cy="960120"/>
          </a:xfrm>
          <a:prstGeom prst="roundRect">
            <a:avLst>
              <a:gd name="adj" fmla="val 7619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412394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45354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human-first rails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601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 binds intelligence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authority.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user-owned control plane for agents that act across apps, devices, and paid services.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913632"/>
            <a:ext cx="173736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0370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2834640" y="3913632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03707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state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010912" y="3913632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403707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actions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60920" y="3913632"/>
            <a:ext cx="251460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FFB45E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4037076"/>
            <a:ext cx="2331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 receipts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PROOF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8686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real product surface,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 concept deck.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assistant, wallet, and creation flows already exist across the stack.</a:t>
            </a:r>
            <a:endParaRPr lang="en-US" sz="1700" dirty="0"/>
          </a:p>
        </p:txBody>
      </p:sp>
      <p:pic>
        <p:nvPicPr>
          <p:cNvPr id="8" name="Image 0" descr="android/dapp-store/assets/screenshots/01_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987552"/>
            <a:ext cx="1627632" cy="362148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81928" y="960120"/>
            <a:ext cx="1682496" cy="3676345"/>
          </a:xfrm>
          <a:prstGeom prst="roundRect">
            <a:avLst>
              <a:gd name="adj" fmla="val 4348"/>
            </a:avLst>
          </a:prstGeom>
          <a:solidFill>
            <a:srgbClr val="000000">
              <a:alpha val="0"/>
            </a:srgbClr>
          </a:solidFill>
          <a:ln w="13970">
            <a:solidFill>
              <a:srgbClr val="293748"/>
            </a:solidFill>
            <a:prstDash val="solid"/>
          </a:ln>
        </p:spPr>
      </p:sp>
      <p:pic>
        <p:nvPicPr>
          <p:cNvPr id="10" name="Image 1" descr="android/dapp-store/assets/screenshots/02_de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987552"/>
            <a:ext cx="1627632" cy="362148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29016" y="960120"/>
            <a:ext cx="1682496" cy="3676345"/>
          </a:xfrm>
          <a:prstGeom prst="roundRect">
            <a:avLst>
              <a:gd name="adj" fmla="val 4348"/>
            </a:avLst>
          </a:prstGeom>
          <a:solidFill>
            <a:srgbClr val="000000">
              <a:alpha val="0"/>
            </a:srgbClr>
          </a:solidFill>
          <a:ln w="13970">
            <a:solidFill>
              <a:srgbClr val="293748"/>
            </a:solidFill>
            <a:prstDash val="solid"/>
          </a:ln>
        </p:spPr>
      </p:sp>
      <p:pic>
        <p:nvPicPr>
          <p:cNvPr id="12" name="Image 2" descr="android/dapp-store/assets/screenshots/04_wal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6" y="987552"/>
            <a:ext cx="1627632" cy="3621481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976104" y="960120"/>
            <a:ext cx="1682496" cy="3676345"/>
          </a:xfrm>
          <a:prstGeom prst="roundRect">
            <a:avLst>
              <a:gd name="adj" fmla="val 4348"/>
            </a:avLst>
          </a:prstGeom>
          <a:solidFill>
            <a:srgbClr val="000000">
              <a:alpha val="0"/>
            </a:srgbClr>
          </a:solidFill>
          <a:ln w="13970">
            <a:solidFill>
              <a:srgbClr val="29374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37376" y="55778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28816" y="57012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8302752" y="55778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94192" y="57012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020" dirty="0"/>
          </a:p>
        </p:txBody>
      </p:sp>
      <p:sp>
        <p:nvSpPr>
          <p:cNvPr id="18" name="Shape 13"/>
          <p:cNvSpPr/>
          <p:nvPr/>
        </p:nvSpPr>
        <p:spPr>
          <a:xfrm>
            <a:off x="10149840" y="5577840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241280" y="570128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CRYPTO-NATIVE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326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Cards authenticate humans.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8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Wallets can authorize agents.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5079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3240" y="4114800"/>
            <a:ext cx="1371600" cy="0"/>
          </a:xfrm>
          <a:prstGeom prst="line">
            <a:avLst/>
          </a:prstGeom>
          <a:noFill/>
          <a:ln w="2286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37490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11923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05079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4114800"/>
            <a:ext cx="1371600" cy="0"/>
          </a:xfrm>
          <a:prstGeom prst="line">
            <a:avLst/>
          </a:prstGeom>
          <a:noFill/>
          <a:ln w="2286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37490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4050792"/>
            <a:ext cx="1920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8463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stablecoin receipt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WEDGE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private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 work.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Calls, email, calendar, tasks, and approvals are where trust becomes product value.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4160520"/>
            <a:ext cx="822960" cy="822960"/>
          </a:xfrm>
          <a:prstGeom prst="ellipse">
            <a:avLst/>
          </a:prstGeom>
          <a:solidFill>
            <a:srgbClr val="18D7FF"/>
          </a:solidFill>
          <a:ln w="17145">
            <a:solidFill>
              <a:srgbClr val="18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50109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0" y="4572000"/>
            <a:ext cx="1371600" cy="0"/>
          </a:xfrm>
          <a:prstGeom prst="line">
            <a:avLst/>
          </a:prstGeom>
          <a:noFill/>
          <a:ln w="2032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20440" y="416052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8CFF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50109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4572000"/>
            <a:ext cx="1371600" cy="0"/>
          </a:xfrm>
          <a:prstGeom prst="line">
            <a:avLst/>
          </a:prstGeom>
          <a:noFill/>
          <a:ln w="2032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416052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FFB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96712" y="50109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4572000"/>
            <a:ext cx="1371600" cy="0"/>
          </a:xfrm>
          <a:prstGeom prst="line">
            <a:avLst/>
          </a:prstGeom>
          <a:noFill/>
          <a:ln w="2032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641080" y="416052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A98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50109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control plane.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surfaces.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2240280" y="4023360"/>
            <a:ext cx="356616" cy="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70048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AI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041648" y="4023360"/>
            <a:ext cx="356616" cy="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71416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5843016" y="4023360"/>
            <a:ext cx="356616" cy="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72784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FFB45E">
                <a:alpha val="96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B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7644384" y="4023360"/>
            <a:ext cx="356616" cy="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74152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FF667F">
                <a:alpha val="96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66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9445752" y="4023360"/>
            <a:ext cx="356616" cy="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75520" y="365760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3931920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49808" y="512064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iOS · Android · web · SAID · Thumper · Gateway · Orni · SDK/MCP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follows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transactions.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715000" y="132588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9476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assistant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183880" y="260604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11923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816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3227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agent calls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715000" y="38862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4096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4507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models, tools, services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903720" y="2560320"/>
            <a:ext cx="1417320" cy="64008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0" y="3840480"/>
            <a:ext cx="-1097280" cy="640080"/>
          </a:xfrm>
          <a:prstGeom prst="line">
            <a:avLst/>
          </a:prstGeom>
          <a:noFill/>
          <a:ln w="16510">
            <a:solidFill>
              <a:srgbClr val="293748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FRAME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Ghola sits in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hard quadrant.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402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privacy plus programmable settlement.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577840" y="5212080"/>
            <a:ext cx="4937760" cy="0"/>
          </a:xfrm>
          <a:prstGeom prst="line">
            <a:avLst/>
          </a:prstGeom>
          <a:noFill/>
          <a:ln w="1524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577840" y="5212080"/>
            <a:ext cx="0" cy="-3474720"/>
          </a:xfrm>
          <a:prstGeom prst="line">
            <a:avLst/>
          </a:prstGeom>
          <a:noFill/>
          <a:ln w="1524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0" y="548640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programmable settlement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210312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privacy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0" y="1965960"/>
            <a:ext cx="310896" cy="310896"/>
          </a:xfrm>
          <a:prstGeom prst="ellipse">
            <a:avLst/>
          </a:prstGeom>
          <a:solidFill>
            <a:srgbClr val="18D7FF"/>
          </a:solidFill>
          <a:ln w="17145">
            <a:solidFill>
              <a:srgbClr val="18D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0" y="202996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4526280"/>
            <a:ext cx="310896" cy="310896"/>
          </a:xfrm>
          <a:prstGeom prst="ellipse">
            <a:avLst/>
          </a:prstGeom>
          <a:solidFill>
            <a:srgbClr val="FF667F"/>
          </a:solidFill>
          <a:ln w="17145">
            <a:solidFill>
              <a:srgbClr val="FF66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59028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apps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310896" cy="310896"/>
          </a:xfrm>
          <a:prstGeom prst="ellipse">
            <a:avLst/>
          </a:prstGeom>
          <a:solidFill>
            <a:srgbClr val="8CFFB0"/>
          </a:solidFill>
          <a:ln w="17145">
            <a:solidFill>
              <a:srgbClr val="8CFF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71576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LLM apps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4572000"/>
            <a:ext cx="310896" cy="310896"/>
          </a:xfrm>
          <a:prstGeom prst="ellipse">
            <a:avLst/>
          </a:prstGeom>
          <a:solidFill>
            <a:srgbClr val="FFB45E"/>
          </a:solidFill>
          <a:ln w="17145">
            <a:solidFill>
              <a:srgbClr val="FFB4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463600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 infra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0" y="3749040"/>
            <a:ext cx="310896" cy="310896"/>
          </a:xfrm>
          <a:prstGeom prst="ellipse">
            <a:avLst/>
          </a:prstGeom>
          <a:solidFill>
            <a:srgbClr val="A986FF"/>
          </a:solidFill>
          <a:ln w="17145">
            <a:solidFill>
              <a:srgbClr val="A9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381304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rails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32688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moat is the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authority graph.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approved action compounds user-owned context, trust, and settlement history.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0" y="3063240"/>
            <a:ext cx="1417320" cy="141732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18D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361188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8CFF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229514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377440"/>
            <a:ext cx="1965960" cy="1371600"/>
          </a:xfrm>
          <a:prstGeom prst="line">
            <a:avLst/>
          </a:prstGeom>
          <a:noFill/>
          <a:ln w="12700">
            <a:solidFill>
              <a:srgbClr val="293748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006840" y="205740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A9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38658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18320" y="2468880"/>
            <a:ext cx="-1417320" cy="1280160"/>
          </a:xfrm>
          <a:prstGeom prst="line">
            <a:avLst/>
          </a:prstGeom>
          <a:noFill/>
          <a:ln w="12700">
            <a:solidFill>
              <a:srgbClr val="29374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669280" y="466344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FFB4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499262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5074920"/>
            <a:ext cx="1920240" cy="-1325880"/>
          </a:xfrm>
          <a:prstGeom prst="line">
            <a:avLst/>
          </a:prstGeom>
          <a:noFill/>
          <a:ln w="12700">
            <a:solidFill>
              <a:srgbClr val="293748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098280" y="4572000"/>
            <a:ext cx="822960" cy="822960"/>
          </a:xfrm>
          <a:prstGeom prst="ellipse">
            <a:avLst/>
          </a:prstGeom>
          <a:solidFill>
            <a:srgbClr val="111923"/>
          </a:solidFill>
          <a:ln w="17145">
            <a:solidFill>
              <a:srgbClr val="FF66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490118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6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09760" y="4983480"/>
            <a:ext cx="-1508760" cy="-1234440"/>
          </a:xfrm>
          <a:prstGeom prst="line">
            <a:avLst/>
          </a:prstGeom>
          <a:noFill/>
          <a:ln w="12700">
            <a:solidFill>
              <a:srgbClr val="293748"/>
            </a:solidFill>
            <a:prstDash val="solid"/>
            <a:tailEnd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DEMO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should be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private purchase.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agent books a service, asks approval, pays stablecoins, and saves the receipt.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97280" y="395020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062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4279392"/>
            <a:ext cx="640080" cy="0"/>
          </a:xfrm>
          <a:prstGeom prst="line">
            <a:avLst/>
          </a:prstGeom>
          <a:noFill/>
          <a:ln w="1778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395020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2062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F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4279392"/>
            <a:ext cx="640080" cy="0"/>
          </a:xfrm>
          <a:prstGeom prst="line">
            <a:avLst/>
          </a:prstGeom>
          <a:noFill/>
          <a:ln w="1778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395020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5240">
            <a:solidFill>
              <a:srgbClr val="FFB45E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2062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4279392"/>
            <a:ext cx="640080" cy="0"/>
          </a:xfrm>
          <a:prstGeom prst="line">
            <a:avLst/>
          </a:prstGeom>
          <a:noFill/>
          <a:ln w="17780">
            <a:solidFill>
              <a:srgbClr val="2937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3950208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42062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8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Raise to harden,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ship, and prove.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milestone is a production-grade private agent commerce loop.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0" y="14173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627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2039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wallet, privacy, local AI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138160" y="274320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5240">
            <a:solidFill>
              <a:srgbClr val="8CFFB0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953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66760" y="3364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UX + SDK/MCP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669280" y="406908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11923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97880" y="46908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book/pay/receipt demo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FIT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144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infrastructure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an app wedge.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stablecoins, privacy, Solana, and systems that can become protocols.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416052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18D7FF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101084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Ali: decentralized AI + Solana markets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532120" y="3977640"/>
            <a:ext cx="4663440" cy="420624"/>
          </a:xfrm>
          <a:prstGeom prst="roundRect">
            <a:avLst>
              <a:gd name="adj" fmla="val 17391"/>
            </a:avLst>
          </a:prstGeom>
          <a:solidFill>
            <a:srgbClr val="172230"/>
          </a:solidFill>
          <a:ln w="15240">
            <a:solidFill>
              <a:srgbClr val="A986FF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4101084"/>
            <a:ext cx="4480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2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Eddy: infrastructure + security + token design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F"/>
          </a:solidFill>
          <a:ln w="12700">
            <a:solidFill>
              <a:srgbClr val="07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8D7FF"/>
          </a:solidFill>
          <a:ln w="12700">
            <a:solidFill>
              <a:srgbClr val="18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93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8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378440" y="3931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6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987552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agents can know,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F7F2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do, and spend...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713232" y="2450592"/>
            <a:ext cx="85039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18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users need to own</a:t>
            </a: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18D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layer that governs them.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749808" y="489204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DA8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Ghola is that private execution layer.</a:t>
            </a:r>
            <a:endParaRPr lang="en-US" sz="1800" dirty="0"/>
          </a:p>
        </p:txBody>
      </p:sp>
      <p:pic>
        <p:nvPicPr>
          <p:cNvPr id="9" name="Image 0" descr="android/dapp-store/asset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44805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Ghola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Ghola investor deck v2</dc:title>
  <dc:subject>Investor deck</dc:subject>
  <dc:creator>Ghola</dc:creator>
  <cp:lastModifiedBy>Ghola</cp:lastModifiedBy>
  <cp:revision>1</cp:revision>
  <dcterms:created xsi:type="dcterms:W3CDTF">2026-05-17T14:40:51Z</dcterms:created>
  <dcterms:modified xsi:type="dcterms:W3CDTF">2026-05-17T14:40:51Z</dcterms:modified>
</cp:coreProperties>
</file>