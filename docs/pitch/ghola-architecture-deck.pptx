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5029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6583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execution layer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user-owned agents.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31520" y="3913632"/>
            <a:ext cx="7955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intelligence · encrypted memory · delegated authority · stablecoin settlement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52360" y="960120"/>
            <a:ext cx="3291840" cy="3291840"/>
          </a:xfrm>
          <a:prstGeom prst="arc">
            <a:avLst/>
          </a:prstGeom>
          <a:noFill/>
          <a:ln w="38100">
            <a:solidFill>
              <a:srgbClr val="20D6F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1508760"/>
            <a:ext cx="3291840" cy="3291840"/>
          </a:xfrm>
          <a:prstGeom prst="arc">
            <a:avLst/>
          </a:prstGeom>
          <a:noFill/>
          <a:ln w="38100">
            <a:solidFill>
              <a:srgbClr val="A97CFF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2057400"/>
            <a:ext cx="3291840" cy="3291840"/>
          </a:xfrm>
          <a:prstGeom prst="arc">
            <a:avLst/>
          </a:prstGeom>
          <a:noFill/>
          <a:ln w="38100">
            <a:solidFill>
              <a:srgbClr val="8BFFB3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9828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F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8048" y="3611880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are becoming economic actors.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600200"/>
            <a:ext cx="8961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will need to prove who they represent, what they can do, and what they can spend.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76148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61488"/>
            <a:ext cx="54864" cy="141732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971800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3419856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context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26280" y="276148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761488"/>
            <a:ext cx="54864" cy="1417320"/>
          </a:xfrm>
          <a:prstGeom prst="rect">
            <a:avLst/>
          </a:prstGeom>
          <a:solidFill>
            <a:srgbClr val="8BFFB3"/>
          </a:solidFill>
          <a:ln w="12700">
            <a:solidFill>
              <a:srgbClr val="8BF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971800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82312" y="3419856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actions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2761488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761488"/>
            <a:ext cx="54864" cy="1417320"/>
          </a:xfrm>
          <a:prstGeom prst="rect">
            <a:avLst/>
          </a:prstGeom>
          <a:solidFill>
            <a:srgbClr val="A97CFF"/>
          </a:solidFill>
          <a:ln w="12700">
            <a:solidFill>
              <a:srgbClr val="A97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2971800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7072" y="3419856"/>
            <a:ext cx="2834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money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9601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internet still assumes a human is clicking.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stack is fragmented.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87168"/>
            <a:ext cx="2880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trapped inside apps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828800"/>
            <a:ext cx="54864" cy="192024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0872" y="2487168"/>
            <a:ext cx="2880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trapped inside model providers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54864" cy="1920240"/>
          </a:xfrm>
          <a:prstGeom prst="rect">
            <a:avLst/>
          </a:prstGeom>
          <a:solidFill>
            <a:srgbClr val="A97CFF"/>
          </a:solidFill>
          <a:ln w="12700">
            <a:solidFill>
              <a:srgbClr val="A9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2487168"/>
            <a:ext cx="2880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humans, not software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4892040"/>
            <a:ext cx="10607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Powerful demos. Weak trust boundaries. No durable user-owned substrate.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scarce layer is authority.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are becoming abundant.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6675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 part is the graph around the model.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194560" y="3794760"/>
            <a:ext cx="1261872" cy="1261872"/>
          </a:xfrm>
          <a:prstGeom prst="ellipse">
            <a:avLst/>
          </a:prstGeom>
          <a:solidFill>
            <a:srgbClr val="111821"/>
          </a:solidFill>
          <a:ln w="20320">
            <a:solidFill>
              <a:srgbClr val="20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4270248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3063240"/>
            <a:ext cx="1261872" cy="1261872"/>
          </a:xfrm>
          <a:prstGeom prst="ellipse">
            <a:avLst/>
          </a:prstGeom>
          <a:solidFill>
            <a:srgbClr val="111821"/>
          </a:solidFill>
          <a:ln w="20320">
            <a:solidFill>
              <a:srgbClr val="8BF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3538728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1261872" cy="1261872"/>
          </a:xfrm>
          <a:prstGeom prst="ellipse">
            <a:avLst/>
          </a:prstGeom>
          <a:solidFill>
            <a:srgbClr val="111821"/>
          </a:solidFill>
          <a:ln w="20320">
            <a:solidFill>
              <a:srgbClr val="A9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4224528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3063240"/>
            <a:ext cx="1261872" cy="1261872"/>
          </a:xfrm>
          <a:prstGeom prst="ellipse">
            <a:avLst/>
          </a:prstGeom>
          <a:solidFill>
            <a:srgbClr val="111821"/>
          </a:solidFill>
          <a:ln w="20320">
            <a:solidFill>
              <a:srgbClr val="FFB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3538728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limits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12680" y="3794760"/>
            <a:ext cx="1261872" cy="1261872"/>
          </a:xfrm>
          <a:prstGeom prst="ellipse">
            <a:avLst/>
          </a:prstGeom>
          <a:solidFill>
            <a:srgbClr val="111821"/>
          </a:solidFill>
          <a:ln w="20320">
            <a:solidFill>
              <a:srgbClr val="FF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4270248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56432" y="4425696"/>
            <a:ext cx="704088" cy="-73152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22392" y="3694176"/>
            <a:ext cx="749808" cy="68580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34072" y="4379976"/>
            <a:ext cx="749808" cy="-68580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45752" y="3694176"/>
            <a:ext cx="566928" cy="73152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Ghola is the control plane.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600200"/>
            <a:ext cx="9692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private execution layer that lets agents remember, act, and settle on behalf of users.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20D6FF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834640"/>
            <a:ext cx="22037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intelligence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8BFFB3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2834640"/>
            <a:ext cx="22037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memory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274320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A97C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2834640"/>
            <a:ext cx="2386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delegated authority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15400" y="27432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FFB86B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5128" y="2834640"/>
            <a:ext cx="24323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stablecoin settlement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" y="480060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provider is a component, not the platform.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CRYPTO-NATIVE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crypto is structural.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54864" cy="18288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39112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87168"/>
            <a:ext cx="2926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identity and signed authority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828800"/>
            <a:ext cx="54864" cy="1828800"/>
          </a:xfrm>
          <a:prstGeom prst="rect">
            <a:avLst/>
          </a:prstGeom>
          <a:solidFill>
            <a:srgbClr val="8BFFB3"/>
          </a:solidFill>
          <a:ln w="12700">
            <a:solidFill>
              <a:srgbClr val="8BF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039112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Stablecoins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0872" y="2487168"/>
            <a:ext cx="2926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software-native settlement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54864" cy="1828800"/>
          </a:xfrm>
          <a:prstGeom prst="rect">
            <a:avLst/>
          </a:prstGeom>
          <a:solidFill>
            <a:srgbClr val="A97CFF"/>
          </a:solidFill>
          <a:ln w="12700">
            <a:solidFill>
              <a:srgbClr val="A9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039112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2487168"/>
            <a:ext cx="2926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verifiable accountability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 authenticate humans. Wallets can authorize agents.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wedge. Protocol expansion.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566928" cy="566928"/>
          </a:xfrm>
          <a:prstGeom prst="ellipse">
            <a:avLst/>
          </a:prstGeom>
          <a:solidFill>
            <a:srgbClr val="20D6FF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898648"/>
            <a:ext cx="2377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3529584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assistant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81328" y="3026664"/>
            <a:ext cx="139903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2743200"/>
            <a:ext cx="566928" cy="566928"/>
          </a:xfrm>
          <a:prstGeom prst="ellipse">
            <a:avLst/>
          </a:prstGeom>
          <a:solidFill>
            <a:srgbClr val="20D6FF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898648"/>
            <a:ext cx="2377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B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34056" y="3529584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+ identity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21608" y="3026664"/>
            <a:ext cx="139903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2743200"/>
            <a:ext cx="566928" cy="566928"/>
          </a:xfrm>
          <a:prstGeom prst="ellipse">
            <a:avLst/>
          </a:prstGeom>
          <a:solidFill>
            <a:srgbClr val="151E29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898648"/>
            <a:ext cx="2377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74336" y="3529584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+ spend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61888" y="3026664"/>
            <a:ext cx="139903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2743200"/>
            <a:ext cx="566928" cy="566928"/>
          </a:xfrm>
          <a:prstGeom prst="ellipse">
            <a:avLst/>
          </a:prstGeom>
          <a:solidFill>
            <a:srgbClr val="151E29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2898648"/>
            <a:ext cx="2377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4616" y="3529584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commerce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02168" y="3026664"/>
            <a:ext cx="139903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84080" y="2743200"/>
            <a:ext cx="566928" cy="566928"/>
          </a:xfrm>
          <a:prstGeom prst="ellipse">
            <a:avLst/>
          </a:prstGeom>
          <a:solidFill>
            <a:srgbClr val="151E29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48672" y="2898648"/>
            <a:ext cx="2377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54896" y="3529584"/>
            <a:ext cx="1325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4892040"/>
            <a:ext cx="98755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increases the value of the user-owned authority graph.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/ SCAFFOLDED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multi-surface.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4864" cy="1143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iOS/macOS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350008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on-device-first routing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91640"/>
            <a:ext cx="54864" cy="1143000"/>
          </a:xfrm>
          <a:prstGeom prst="rect">
            <a:avLst/>
          </a:prstGeom>
          <a:solidFill>
            <a:srgbClr val="8BFFB3"/>
          </a:solidFill>
          <a:ln w="12700">
            <a:solidFill>
              <a:srgbClr val="8BF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2350008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tools + LiteRT/NPU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691640"/>
            <a:ext cx="54864" cy="1143000"/>
          </a:xfrm>
          <a:prstGeom prst="rect">
            <a:avLst/>
          </a:prstGeom>
          <a:solidFill>
            <a:srgbClr val="A97CFF"/>
          </a:solidFill>
          <a:ln w="12700">
            <a:solidFill>
              <a:srgbClr val="A9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2350008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vaults + wallet + x402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91840"/>
            <a:ext cx="54864" cy="114300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+ SDK/MCP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80560" y="3291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291840"/>
            <a:ext cx="54864" cy="114300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Thumper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36592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 task runtime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0" y="3291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3291840"/>
            <a:ext cx="54864" cy="1143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/ Orni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85632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+ marketplace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9808" y="5486400"/>
            <a:ext cx="8686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single mobile app. Not a wrapper.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Architecture, lightly.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11821"/>
          </a:solidFill>
          <a:ln w="17780">
            <a:solidFill>
              <a:srgbClr val="20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871216"/>
            <a:ext cx="12710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iOS · Android · Web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075688" y="2816352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96312" y="233172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11821"/>
          </a:solidFill>
          <a:ln w="17780">
            <a:solidFill>
              <a:srgbClr val="8BF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9464" y="2871216"/>
            <a:ext cx="12710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 FM · MLX · LiteRT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977640" y="2816352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98264" y="233172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11821"/>
          </a:solidFill>
          <a:ln w="17780">
            <a:solidFill>
              <a:srgbClr val="A9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71416" y="2871216"/>
            <a:ext cx="12710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SAID · vaults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879592" y="2816352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0216" y="233172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1182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2871216"/>
            <a:ext cx="12710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Thumper · tools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781544" y="2816352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02168" y="233172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11821"/>
          </a:solidFill>
          <a:ln w="17780">
            <a:solidFill>
              <a:srgbClr val="FF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3608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75320" y="2871216"/>
            <a:ext cx="12710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x402 · USDC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683496" y="2816352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04120" y="233172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11821"/>
          </a:solidFill>
          <a:ln w="17780">
            <a:solidFill>
              <a:srgbClr val="20D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177272" y="2871216"/>
            <a:ext cx="12710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Solana · UCAN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49808" y="484632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 binds intelligence to identity, permissions, execution, and settlement.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moat is the authority graph.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74920" y="2331720"/>
            <a:ext cx="2011680" cy="2011680"/>
          </a:xfrm>
          <a:prstGeom prst="ellipse">
            <a:avLst/>
          </a:prstGeom>
          <a:solidFill>
            <a:srgbClr val="111821"/>
          </a:solidFill>
          <a:ln w="25400">
            <a:solidFill>
              <a:srgbClr val="20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248" y="2907792"/>
            <a:ext cx="1325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146304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151E29"/>
          </a:solidFill>
          <a:ln w="15240">
            <a:solidFill>
              <a:srgbClr val="8BF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62763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993392"/>
            <a:ext cx="3337560" cy="1344168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92440" y="146304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151E29"/>
          </a:solidFill>
          <a:ln w="15240">
            <a:solidFill>
              <a:srgbClr val="A9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62763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1993392"/>
            <a:ext cx="-2926080" cy="1344168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45920" y="475488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151E29"/>
          </a:solidFill>
          <a:ln w="15240">
            <a:solidFill>
              <a:srgbClr val="FFB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491947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5285232"/>
            <a:ext cx="3520440" cy="-1947672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55280" y="475488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151E29"/>
          </a:solidFill>
          <a:ln w="15240">
            <a:solidFill>
              <a:srgbClr val="FF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491947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limits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0" y="5285232"/>
            <a:ext cx="-2788920" cy="-1947672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86868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151E29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03327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1399032"/>
            <a:ext cx="0" cy="1938528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9808" y="5897880"/>
            <a:ext cx="9601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Harder to copy than a prompt, model choice, or wallet integration.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28800"/>
            <a:ext cx="54864" cy="18288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3911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" y="2487168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enough for private everyday actions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828800"/>
            <a:ext cx="54864" cy="1828800"/>
          </a:xfrm>
          <a:prstGeom prst="rect">
            <a:avLst/>
          </a:prstGeom>
          <a:solidFill>
            <a:srgbClr val="8BFFB3"/>
          </a:solidFill>
          <a:ln w="12700">
            <a:solidFill>
              <a:srgbClr val="8BF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03911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Stablecoins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2487168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rails for internet settlement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A3544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828800"/>
            <a:ext cx="54864" cy="1828800"/>
          </a:xfrm>
          <a:prstGeom prst="rect">
            <a:avLst/>
          </a:prstGeom>
          <a:solidFill>
            <a:srgbClr val="A97CFF"/>
          </a:solidFill>
          <a:ln w="12700">
            <a:solidFill>
              <a:srgbClr val="A9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2039112"/>
            <a:ext cx="2834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9912" y="2487168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trust infrastructure to leave demo land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platform is the layer that lets agents safely act.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FIT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a16z crypto should care.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20D6FF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20240"/>
            <a:ext cx="21122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identity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8BFFB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1920240"/>
            <a:ext cx="21122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stablecoin settlement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A97CF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920240"/>
            <a:ext cx="21122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+ user control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27432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FFB86B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834640"/>
            <a:ext cx="21122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Solana-native distribution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51E29"/>
          </a:solidFill>
          <a:ln w="15240">
            <a:solidFill>
              <a:srgbClr val="FF6B8A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834640"/>
            <a:ext cx="21122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+ app wedge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9692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 lens: decentralized AI, security, Solana, markets for intelligence.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10607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Eddy lens: infrastructure, security, token/payment design, systems that become protocols.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PROOF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 that makes it obvious.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600200"/>
            <a:ext cx="8961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private agent books and pays for a service.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11821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2724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locally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21408" y="3236976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2880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11821"/>
          </a:solidFill>
          <a:ln w="15240">
            <a:solidFill>
              <a:srgbClr val="8BF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312724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memory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0" y="3236976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43984" y="2880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11821"/>
          </a:solidFill>
          <a:ln w="15240">
            <a:solidFill>
              <a:srgbClr val="A9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312724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25312" y="3236976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45936" y="2880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11821"/>
          </a:solidFill>
          <a:ln w="15240">
            <a:solidFill>
              <a:srgbClr val="FFB8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312724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spend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27264" y="3236976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47888" y="2880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11821"/>
          </a:solidFill>
          <a:ln w="15240">
            <a:solidFill>
              <a:srgbClr val="FF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312724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stablecoin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29216" y="3236976"/>
            <a:ext cx="347472" cy="0"/>
          </a:xfrm>
          <a:prstGeom prst="line">
            <a:avLst/>
          </a:prstGeom>
          <a:noFill/>
          <a:ln w="19050">
            <a:solidFill>
              <a:srgbClr val="2A354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49840" y="2880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11821"/>
          </a:solidFill>
          <a:ln w="15240">
            <a:solidFill>
              <a:srgbClr val="20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3127248"/>
            <a:ext cx="1234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receipt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privately. Act with authority. Settle on open rails.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 w="12700">
            <a:solidFill>
              <a:srgbClr val="08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92640" y="6473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B5"/>
                </a:solidFill>
              </a:rPr>
              <a:t>Ghola ·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9601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agents can know, do, and spend,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98755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need to own the layer that governs them.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04672" y="3977640"/>
            <a:ext cx="8229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 is that private execution layer.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Ghola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Ghola - Private execution layer for user-owned agents</dc:title>
  <dc:subject>Investor pitch deck</dc:subject>
  <dc:creator>Ghola</dc:creator>
  <cp:lastModifiedBy>Ghola</cp:lastModifiedBy>
  <cp:revision>1</cp:revision>
  <dcterms:created xsi:type="dcterms:W3CDTF">2026-05-17T14:34:40Z</dcterms:created>
  <dcterms:modified xsi:type="dcterms:W3CDTF">2026-05-17T14:34:40Z</dcterms:modified>
</cp:coreProperties>
</file>